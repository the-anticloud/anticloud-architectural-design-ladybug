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2026-10-02T09:25:41.634433Z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8e6ff52f051d93b01d2e6716df3287e8b7aab3d70e4b80779a85bdc17ca8a31d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2026-10-02T09:25:41.634433Z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