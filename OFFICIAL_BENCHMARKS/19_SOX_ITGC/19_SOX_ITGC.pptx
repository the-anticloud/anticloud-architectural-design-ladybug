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2026-10-02T09:25:41.214650Z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588398690798c10e683bc9826397d957b11248017f3985b072833c56ad3ab901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2026-10-02T09:25:41.214650Z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