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18 Dora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2026-10-02T09:25:41.088721Z | Framework ID: 18_DORA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DORA Regulation (EU) 2022/2554, RTS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Art. 9 (ICT Security), Art. 10 (Detection), Art. 11 (Recovery), Art. 12 (Backup)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CRDT convergence satisfies Art. 12 recovery; Observability satisfies Art. 10 detection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11e0f438bc3381c061d3d029bc3552f3c1b2901509fd611d6501cd620872269b</a:t>
            </a:r>
          </a:p>
          <a:p>
            <a:r>
              <a:rPr sz="1000">
                <a:solidFill>
                  <a:srgbClr val="222222"/>
                </a:solidFill>
              </a:rPr>
              <a:t>  SHA3-256 (chain) | a816daf5f6258160c2ba76d69212522a3f9b003f4d49f8b90ec62f857a88be65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2026-10-02T09:25:41.088721Z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