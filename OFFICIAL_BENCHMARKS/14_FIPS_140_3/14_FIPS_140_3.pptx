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2026-10-02T09:25:40.606301Z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deb3cc722f97458d7d4042dd20eb06f898c9c3c38d79f5a31685d6b945a309fd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2026-10-02T09:25:40.606301Z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