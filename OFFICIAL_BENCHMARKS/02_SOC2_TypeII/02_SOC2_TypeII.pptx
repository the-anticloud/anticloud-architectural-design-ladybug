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2026-10-02T09:25:39.005183Z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d5c0769c594136af6193a8bd4642e6b3a74ab4ac497f3fd93c56b3fd5e84e734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2026-10-02T09:25:39.005183Z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