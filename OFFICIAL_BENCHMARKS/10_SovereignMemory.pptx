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Sovereignmemory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Operation | Time</a:t>
            </a:r>
          </a:p>
          <a:p>
            <a:r>
              <a:rPr sz="1000">
                <a:solidFill>
                  <a:srgbClr val="222222"/>
                </a:solidFill>
              </a:rPr>
              <a:t>  remember() (write+encrypt) | 8.2ms</a:t>
            </a:r>
          </a:p>
          <a:p>
            <a:r>
              <a:rPr sz="1000">
                <a:solidFill>
                  <a:srgbClr val="222222"/>
                </a:solidFill>
              </a:rPr>
              <a:t>  recall() (decrypt+lookup) | 3.1ms</a:t>
            </a:r>
          </a:p>
          <a:p>
            <a:r>
              <a:rPr sz="1000">
                <a:solidFill>
                  <a:srgbClr val="222222"/>
                </a:solidFill>
              </a:rPr>
              <a:t>  search_text (1K entries) | 4.8ms</a:t>
            </a:r>
          </a:p>
          <a:p>
            <a:r>
              <a:rPr sz="1000">
                <a:solidFill>
                  <a:srgbClr val="222222"/>
                </a:solidFill>
              </a:rPr>
              <a:t>  search_semantic (1K entries, 384-dim) | 12ms</a:t>
            </a:r>
          </a:p>
          <a:p>
            <a:r>
              <a:rPr sz="1000">
                <a:solidFill>
                  <a:srgbClr val="222222"/>
                </a:solidFill>
              </a:rPr>
              <a:t>  Reload from disk (10K entries) | 340ms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Encryption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Property | Value</a:t>
            </a:r>
          </a:p>
          <a:p>
            <a:r>
              <a:rPr sz="1000">
                <a:solidFill>
                  <a:srgbClr val="222222"/>
                </a:solidFill>
              </a:rPr>
              <a:t>  Algorithm | AES-256-GCM</a:t>
            </a:r>
          </a:p>
          <a:p>
            <a:r>
              <a:rPr sz="1000">
                <a:solidFill>
                  <a:srgbClr val="222222"/>
                </a:solidFill>
              </a:rPr>
              <a:t>  Key derivation | scrypt (N=16384, r=8, p=1)</a:t>
            </a:r>
          </a:p>
          <a:p>
            <a:r>
              <a:rPr sz="1000">
                <a:solidFill>
                  <a:srgbClr val="222222"/>
                </a:solidFill>
              </a:rPr>
              <a:t>  Nonce | 96-bit random per write</a:t>
            </a:r>
          </a:p>
          <a:p>
            <a:r>
              <a:rPr sz="1000">
                <a:solidFill>
                  <a:srgbClr val="222222"/>
                </a:solidFill>
              </a:rPr>
              <a:t>  Auth tag | 128-bit GCM</a:t>
            </a:r>
          </a:p>
          <a:p>
            <a:r>
              <a:rPr sz="1000">
                <a:solidFill>
                  <a:srgbClr val="222222"/>
                </a:solidFill>
              </a:rPr>
              <a:t>  Password → key time | ~200ms (intentionally slow)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Each entry: ~500 bytes average (compressed JSON + encryption overhead).</a:t>
            </a:r>
          </a:p>
          <a:p>
            <a:r>
              <a:rPr sz="1000">
                <a:solidFill>
                  <a:srgbClr val="222222"/>
                </a:solidFill>
              </a:rPr>
              <a:t>10,000 entries ≈ 5MB. Unlimited retention — local disk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Sovereignty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Zero cloud sync</a:t>
            </a:r>
          </a:p>
          <a:p>
            <a:r>
              <a:rPr sz="1000">
                <a:solidFill>
                  <a:srgbClr val="222222"/>
                </a:solidFill>
              </a:rPr>
              <a:t>- Zero telemetry</a:t>
            </a:r>
          </a:p>
          <a:p>
            <a:r>
              <a:rPr sz="1000">
                <a:solidFill>
                  <a:srgbClr val="222222"/>
                </a:solidFill>
              </a:rPr>
              <a:t>- Works fully offline forever</a:t>
            </a:r>
          </a:p>
          <a:p>
            <a:r>
              <a:rPr sz="1000">
                <a:solidFill>
                  <a:srgbClr val="222222"/>
                </a:solidFill>
              </a:rPr>
              <a:t>- Password known only to deploying organization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