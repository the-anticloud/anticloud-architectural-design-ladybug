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LADYBUG | Category: ARCHITECTURAL_DESIGN</a:t>
            </a:r>
          </a:p>
          <a:p>
            <a: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Environmental analysis for architectural design without data egress. Cloud-hosted alternatives leak data by architecture; Anticloud FZ LLE delivers LADYBUG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LADYBUG (https://github.com/ladybug-tools/ladybug,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ARCHITECTURAL_DESIGN;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