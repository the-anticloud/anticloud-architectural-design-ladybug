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https://github.com/ladybug-tools/ladybug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Package | Version | License | Purpose</a:t>
            </a:r>
          </a:p>
          <a:p>
            <a:r>
              <a:rPr sz="1000">
                <a:solidFill>
                  <a:srgbClr val="222222"/>
                </a:solidFill>
              </a:rPr>
              <a:t>  llama-cpp-python | &gt;=0.2.0 | MIT | PAX local inference</a:t>
            </a:r>
          </a:p>
          <a:p>
            <a:r>
              <a:rPr sz="1000">
                <a:solidFill>
                  <a:srgbClr val="222222"/>
                </a:solidFill>
              </a:rPr>
              <a:t>  cryptography | &gt;=41.0 | Apache 2.0 | AES-256 encryption</a:t>
            </a:r>
          </a:p>
          <a:p>
            <a:r>
              <a:rPr sz="1000">
                <a:solidFill>
                  <a:srgbClr val="222222"/>
                </a:solidFill>
              </a:rPr>
              <a:t>  huggingface_hub | &gt;=0.20 | Apache 2.0 | Model download</a:t>
            </a:r>
          </a:p>
          <a:p>
            <a:r>
              <a:rPr sz="1000">
                <a:solidFill>
                  <a:srgbClr val="222222"/>
                </a:solidFill>
              </a:rPr>
              <a:t>  numpy | &gt;=1.24 | BSD | Numerical computation</a:t>
            </a:r>
          </a:p>
          <a:p>
            <a:r>
              <a:rPr sz="1000">
                <a:solidFill>
                  <a:srgbClr val="222222"/>
                </a:solidFill>
              </a:rPr>
              <a:t>  requests | &gt;=2.31 | Apache 2.0 | HTTP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See upstream repository for full dependency list.</a:t>
            </a:r>
          </a:p>
          <a:p>
            <a:r>
              <a:rPr sz="1000">
                <a:solidFill>
                  <a:srgbClr val="222222"/>
                </a:solidFill>
              </a:rPr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requirements-anticloud.txt generated at build time with exact version pins.</a:t>
            </a:r>
          </a:p>
          <a:p>
            <a:r>
              <a:rPr sz="1000">
                <a:solidFill>
                  <a:srgbClr val="222222"/>
                </a:solidFill>
              </a:rPr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